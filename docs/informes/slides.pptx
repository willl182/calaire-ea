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notesMaster" Target="notesMasters/notesMaster1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Contexto: El proyecto CALAIRE-EA implementa ensayos de aptitud para redes de monitoreo de calidad del aire en Colombia. La fase actual prepara la prueba piloto con laboratorios participantes.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Demostración a César Yate, consultor ISO 17043. Las confirmaciones representan 3 de 8 rondas aseguradas.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Secuencia por ronda: recepción equipos (miércoles), ejecución GAS1-GAS4 (jueves-sábado), devolución (lunes).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Aprendizaje operativo documentado: no programar rondas en periodos cercanos a contingencias de calidad del 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Responsable de ambas gestiones: Wilson Salas (Coordinación Técnica).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Diferencia clave: las discrepancias reportadas fueron producto de un error humano en la verificación manual de César Yate. El aplicativo funciona correctamente.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Contacto: Sistema de Gestión de Conocimiento CALAIRE-EA. Preguntas y aclaraciones al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5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Informe Ejecutivo CALAIRE-EA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Periodo Enero 28 - Febrero 8, 2026</a:t>
            </a:r>
            <a:br/>
            <a:br/>
            <a:r>
              <a:rPr/>
              <a:t>Proyecto 61134 (INM + UNAL)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 de febrero de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Resumen Ejecutivo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Estado Actual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Fase II:</a:t>
            </a:r>
            <a:r>
              <a:rPr/>
              <a:t> Ejecución y Prueba Piloto</a:t>
            </a:r>
          </a:p>
          <a:p>
            <a:pPr lvl="0"/>
            <a:r>
              <a:rPr b="1"/>
              <a:t>Alcance:</a:t>
            </a:r>
            <a:r>
              <a:rPr/>
              <a:t> Gases contaminantes criterio (CO, NOx, SO2, O3)</a:t>
            </a:r>
          </a:p>
          <a:p>
            <a:pPr lvl="0"/>
            <a:r>
              <a:rPr b="1"/>
              <a:t>Decisión crítica:</a:t>
            </a:r>
            <a:r>
              <a:rPr/>
              <a:t> Reestructuración del cronograma operativo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Hitos Clave del Periodo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6200"/>
                <a:gridCol w="2247900"/>
                <a:gridCol w="3365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Impacto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Ene 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Demostración CALAIRE-APP: homogeneidad, estabilidad, nIQR, MADe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Inicio validación técnica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Feb 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Confirmación UdeM (Rondas 3-4)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Primera confirmación formal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Feb 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Confirmación UPB (Ronda 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Segunda confirmación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Feb 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Reestructuración cronograma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Cancelación febrero, extensión mayo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Cronograma Prueba Piloto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Programación: 8 Rondas (Mar-May 2026)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Periodo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Laboratorio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Estado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trike="sngStrike"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trike="sngStrike"/>
                        <a:t>16-21 Feb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Cancelada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trike="sngStrike"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trike="sngStrike"/>
                        <a:t>23-28 Feb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Cancelada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18-23 Mar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Universidad de Medellín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Confirmada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25-30 Mar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Universidad de Medellín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Confirmada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8-13 Abr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UPB (Gelima)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Confirmada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15-20 Abr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Pendiente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22-27 Abr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Politécnico JIC / Buffer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Planificada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 Abr - 4 May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Buffer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Planificada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Diagrama Gantt: Secuencia Operativa</a:t>
            </a:r>
          </a:p>
        </p:txBody>
      </p:sp>
      <p:pic>
        <p:nvPicPr>
          <p:cNvPr descr="gantt_piloto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806700" y="1193800"/>
            <a:ext cx="3517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Diagrama Gantt - Programación Pruebas Piloto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Timeline: Distribución Semanal</a:t>
            </a:r>
          </a:p>
        </p:txBody>
      </p:sp>
      <p:pic>
        <p:nvPicPr>
          <p:cNvPr descr="timeline_pilot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57500" y="1193800"/>
            <a:ext cx="3416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Timeline Semanal - Pruebas Piloto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Fundamento: Reestructuración del Cronograma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Cancelación Rondas 1-2:</a:t>
            </a:r>
            <a:r>
              <a:rPr/>
              <a:t> Preparación de autoridades ambientales para contingencias de marzo</a:t>
            </a:r>
          </a:p>
          <a:p>
            <a:pPr lvl="0"/>
            <a:r>
              <a:rPr b="1"/>
              <a:t>Conflicto operativo:</a:t>
            </a:r>
            <a:r>
              <a:rPr/>
              <a:t> SIATA y Corantioquia en preparación de contingencias (Feb-Mar)</a:t>
            </a:r>
          </a:p>
          <a:p>
            <a:pPr lvl="0"/>
            <a:r>
              <a:rPr b="1"/>
              <a:t>Decisión:</a:t>
            </a:r>
            <a:r>
              <a:rPr/>
              <a:t> Priorizar calidad de participación sobre cumplimiento estricto</a:t>
            </a:r>
          </a:p>
          <a:p>
            <a:pPr lvl="0"/>
            <a:r>
              <a:rPr b="1"/>
              <a:t>Resultado:</a:t>
            </a:r>
            <a:r>
              <a:rPr/>
              <a:t> Extensión hasta mayo (7 semanas efectivas de ensayos)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Gestión de Participantes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Participantes Confirmados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Universidad de Medellín</a:t>
            </a:r>
          </a:p>
          <a:p>
            <a:pPr lvl="0"/>
            <a:r>
              <a:rPr/>
              <a:t>Rondas: 3 y 4 (marzo 2026)</a:t>
            </a:r>
          </a:p>
          <a:p>
            <a:pPr lvl="0"/>
            <a:r>
              <a:rPr/>
              <a:t>Confirmación: 3 de febrero</a:t>
            </a:r>
          </a:p>
          <a:p>
            <a:pPr lvl="0"/>
            <a:r>
              <a:rPr/>
              <a:t>Canal: Coordinación Laboratorios 05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UPB - Gelima</a:t>
            </a:r>
          </a:p>
          <a:p>
            <a:pPr lvl="0"/>
            <a:r>
              <a:rPr/>
              <a:t>Ronda: 5 (abril 2026)</a:t>
            </a:r>
          </a:p>
          <a:p>
            <a:pPr lvl="0"/>
            <a:r>
              <a:rPr/>
              <a:t>Confirmación: 5 de febrero</a:t>
            </a:r>
          </a:p>
          <a:p>
            <a:pPr lvl="0"/>
            <a:r>
              <a:rPr/>
              <a:t>Estado: Pendiente asignación documental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Participantes Pendientes de Confirmación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SIATA</a:t>
            </a:r>
          </a:p>
          <a:p>
            <a:pPr lvl="0"/>
            <a:r>
              <a:rPr/>
              <a:t>Ronda asignada: 6 (15-20 Abr)</a:t>
            </a:r>
          </a:p>
          <a:p>
            <a:pPr lvl="0"/>
            <a:r>
              <a:rPr/>
              <a:t>Reubicado desde febrero</a:t>
            </a:r>
          </a:p>
          <a:p>
            <a:pPr lvl="0"/>
            <a:r>
              <a:rPr/>
              <a:t>Acción: Contacto telefónico directo</a:t>
            </a:r>
          </a:p>
          <a:p>
            <a:pPr lvl="0"/>
            <a:r>
              <a:rPr/>
              <a:t>Fecha límite: 15 de febrero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Politécnico JIC</a:t>
            </a:r>
          </a:p>
          <a:p>
            <a:pPr lvl="0"/>
            <a:r>
              <a:rPr/>
              <a:t>Ronda potencial: 7 (buffer)</a:t>
            </a:r>
          </a:p>
          <a:p>
            <a:pPr lvl="0"/>
            <a:r>
              <a:rPr/>
              <a:t>Contacto: Profesora Myryam</a:t>
            </a:r>
          </a:p>
          <a:p>
            <a:pPr lvl="0"/>
            <a:r>
              <a:rPr/>
              <a:t>Acción: Obtener email para invitación</a:t>
            </a:r>
          </a:p>
          <a:p>
            <a:pPr lvl="0"/>
            <a:r>
              <a:rPr/>
              <a:t>Fecha límite: 15 de febrero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Hallazgos CALAIRE-APP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Cronología de Validación Técnica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Resultado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Ene 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Demostración a consultor ISO 17043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Sesión grabada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Feb 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Primer análisis comparativo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Discrepancias identificadas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Feb 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Análisis de causa raíz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Error de imputación de César Yate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Hallazgo Técnico: Validación Exitosa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Error identificado:</a:t>
            </a:r>
            <a:r>
              <a:rPr/>
              <a:t> Imputación de datos por César Yate (verificación manual)</a:t>
            </a:r>
          </a:p>
          <a:p>
            <a:pPr lvl="0"/>
            <a:r>
              <a:rPr b="1"/>
              <a:t>Aplicativo funciona correctamente:</a:t>
            </a:r>
            <a:r>
              <a:rPr/>
              <a:t> nIQR, MADe, homogeneidad, estabilidad, preprocesamiento</a:t>
            </a:r>
          </a:p>
          <a:p>
            <a:pPr lvl="0"/>
            <a:r>
              <a:rPr b="1"/>
              <a:t>Componentes pendientes:</a:t>
            </a:r>
            <a:r>
              <a:rPr/>
              <a:t> Incertidumbre homogeneidad/estabilidad, Algoritmo A, Compatibilidad metrológica, Puntuaciones z/z’/zeta/En</a:t>
            </a:r>
          </a:p>
          <a:p>
            <a:pPr lvl="0"/>
            <a:r>
              <a:rPr b="1"/>
              <a:t>Estado del núcleo:</a:t>
            </a:r>
            <a:r>
              <a:rPr/>
              <a:t> Validado conforme a ISO 13528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Estado de Componentes CALAIRE-APP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Componente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Estado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Preprocesamiento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Funciona correctamente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Homogeneidad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Funciona correctamente (ISO 13528)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Estabilidad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Funciona correctamente (ISO 13528)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nIQR, MADe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Funciona correctamente (ISO 13528)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Incertidumbre homogeneidad/estabilidad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Pendiente de revisión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Algoritmo 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Pendiente de revisión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Compatibilidad metrológica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Pendiente de revisión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Puntuaciones z, z’, zeta, 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Pendiente de revisión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Recursos Humanos y Contratación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Perfil Contractual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Cargo:</a:t>
            </a:r>
            <a:r>
              <a:rPr/>
              <a:t> Contratista Líder - Experto en Ensayos de Calidad del Aire</a:t>
            </a:r>
          </a:p>
          <a:p>
            <a:pPr lvl="0"/>
            <a:r>
              <a:rPr b="1"/>
              <a:t>Formación:</a:t>
            </a:r>
            <a:r>
              <a:rPr/>
              <a:t> Ingeniero Químico + Especialización Control Ambiental</a:t>
            </a:r>
          </a:p>
          <a:p>
            <a:pPr lvl="0"/>
            <a:r>
              <a:rPr b="1"/>
              <a:t>Experiencia:</a:t>
            </a:r>
            <a:r>
              <a:rPr/>
              <a:t> Vigilancia calidad del aire, ISO/IEC 17025:2017</a:t>
            </a:r>
          </a:p>
          <a:p>
            <a:pPr lvl="0"/>
            <a:r>
              <a:rPr b="1"/>
              <a:t>Modalidad:</a:t>
            </a:r>
            <a:r>
              <a:rPr/>
              <a:t> Licitación Pública</a:t>
            </a:r>
          </a:p>
          <a:p>
            <a:pPr lvl="0"/>
            <a:r>
              <a:rPr b="1"/>
              <a:t>Contratación:</a:t>
            </a:r>
            <a:r>
              <a:rPr/>
              <a:t> Marzo-abril 2026 (sincronizado con inicio operaciones)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Próximos Pasos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Acciones Inmediatas (Próximos 7 días)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Fecha Límite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Confirmación SIATA (contacto telefónico)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2026-02-15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Contacto Politécnico JIC (obtener email)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2026-02-15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Informe hallazgos CALAIRE-APP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2026-02-12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Acciones Corto Plazo (2-4 semanas)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Fecha Límite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Alistamiento metrológico (protocolos, calibración)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2026-03-10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Socialización técnica participantes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2026-03-15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Gestión contratación (requisitos administrativos)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2026-02-28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Acciones Mediano Plazo (Mar-Abr)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Fecha Límite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Auditoría interna SGC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2026-03-15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Segunda validación CALAIRE-APP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2026-03-25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Preparación logística equipos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2026-03-10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Cierre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Resumen y Próxima Actualización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Cronograma:</a:t>
            </a:r>
            <a:r>
              <a:rPr/>
              <a:t> 8 rondas (18 Mar - 4 May 2026)</a:t>
            </a:r>
          </a:p>
          <a:p>
            <a:pPr lvl="0"/>
            <a:r>
              <a:rPr b="1"/>
              <a:t>Confirmados:</a:t>
            </a:r>
            <a:r>
              <a:rPr/>
              <a:t> 3 de 8 rondas (UdeM, UPB)</a:t>
            </a:r>
          </a:p>
          <a:p>
            <a:pPr lvl="0"/>
            <a:r>
              <a:rPr b="1"/>
              <a:t>CALAIRE-APP:</a:t>
            </a:r>
            <a:r>
              <a:rPr/>
              <a:t> Núcleo estadístico validado, preprocesamiento en ajuste</a:t>
            </a:r>
          </a:p>
          <a:p>
            <a:pPr lvl="0"/>
            <a:r>
              <a:rPr b="1"/>
              <a:t>Contratación:</a:t>
            </a:r>
            <a:r>
              <a:rPr/>
              <a:t> Licitación pública, marzo-abril 2026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Próxima actualización:</a:t>
            </a:r>
            <a:r>
              <a:rPr/>
              <a:t> 22 de febrero de 2026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Ejecutivo CALAIRE-EA</dc:title>
  <dc:creator>Proyecto 61134 (INM + UNAL)</dc:creator>
  <cp:keywords/>
  <dcterms:created xsi:type="dcterms:W3CDTF">2026-02-08T18:55:51Z</dcterms:created>
  <dcterms:modified xsi:type="dcterms:W3CDTF">2026-02-08T18:55:51Z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8 de febrero de 2026</vt:lpwstr>
  </property>
  <property fmtid="{D5CDD505-2E9C-101B-9397-08002B2CF9AE}" pid="3" name="subtitle">
    <vt:lpwstr>Periodo Enero 28 - Febrero 8, 2026</vt:lpwstr>
  </property>
</Properties>
</file>