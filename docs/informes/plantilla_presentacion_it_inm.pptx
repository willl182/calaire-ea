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5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3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100" b="1"/>
            </a:lvl4pPr>
            <a:lvl5pPr marL="1371600" indent="0">
              <a:buNone/>
              <a:defRPr sz="1100" b="1"/>
            </a:lvl5pPr>
            <a:lvl6pPr marL="1714500" indent="0">
              <a:buNone/>
              <a:defRPr sz="1100" b="1"/>
            </a:lvl6pPr>
            <a:lvl7pPr marL="2057400" indent="0">
              <a:buNone/>
              <a:defRPr sz="1100" b="1"/>
            </a:lvl7pPr>
            <a:lvl8pPr marL="2400300" indent="0">
              <a:buNone/>
              <a:defRPr sz="1100" b="1"/>
            </a:lvl8pPr>
            <a:lvl9pPr marL="274320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3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100" b="1"/>
            </a:lvl4pPr>
            <a:lvl5pPr marL="1371600" indent="0">
              <a:buNone/>
              <a:defRPr sz="1100" b="1"/>
            </a:lvl5pPr>
            <a:lvl6pPr marL="1714500" indent="0">
              <a:buNone/>
              <a:defRPr sz="1100" b="1"/>
            </a:lvl6pPr>
            <a:lvl7pPr marL="2057400" indent="0">
              <a:buNone/>
              <a:defRPr sz="1100" b="1"/>
            </a:lvl7pPr>
            <a:lvl8pPr marL="2400300" indent="0">
              <a:buNone/>
              <a:defRPr sz="1100" b="1"/>
            </a:lvl8pPr>
            <a:lvl9pPr marL="274320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9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3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900"/>
            </a:lvl1pPr>
            <a:lvl2pPr marL="342900" indent="0">
              <a:buNone/>
              <a:defRPr sz="1700"/>
            </a:lvl2pPr>
            <a:lvl3pPr marL="685800" indent="0">
              <a:buNone/>
              <a:defRPr sz="1500"/>
            </a:lvl3pPr>
            <a:lvl4pPr marL="1028700" indent="0">
              <a:buNone/>
              <a:defRPr sz="1300"/>
            </a:lvl4pPr>
            <a:lvl5pPr marL="1371600" indent="0">
              <a:buNone/>
              <a:defRPr sz="1300"/>
            </a:lvl5pPr>
            <a:lvl6pPr marL="1714500" indent="0">
              <a:buNone/>
              <a:defRPr sz="1300"/>
            </a:lvl6pPr>
            <a:lvl7pPr marL="2057400" indent="0">
              <a:buNone/>
              <a:defRPr sz="1300"/>
            </a:lvl7pPr>
            <a:lvl8pPr marL="2400300" indent="0">
              <a:buNone/>
              <a:defRPr sz="1300"/>
            </a:lvl8pPr>
            <a:lvl9pPr marL="2743200" indent="0">
              <a:buNone/>
              <a:defRPr sz="13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9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8000"/>
        </a:spcBef>
        <a:buFont typeface="Arial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8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8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8000"/>
        </a:spcBef>
        <a:buFont typeface="Arial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8000"/>
        </a:spcBef>
        <a:buFont typeface="Arial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8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8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8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8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